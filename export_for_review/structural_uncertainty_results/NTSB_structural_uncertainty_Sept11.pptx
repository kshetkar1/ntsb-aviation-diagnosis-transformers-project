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his first question: what IS the structural uncertainty here. Be precise — the ratios DO justify the ranking; they do not justify the cutoff. Analogy: ranking 100 job candidates by score is justified by the scores; "hire the top 12" is not. If he says a developer would pick the cutoff by some criterion: they would have to state it and they did not, and different reasonable criteria land in different places. Say the frame first: the model is fine for what it was built to do; the point is that its output should carry an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"I need to see different alternatives." The alternatives are not invented — they are the same recipe at a different value of one constant. Coverage collapse is the mechanism for everything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slide. At low caps no retained parent is active, so the rule puts ALL mass on the default state "no injury" — the model reports certainty, and is certainly wrong. Be ready to explain that mechanism; if you cannot, the result looks borrowed. Also note it is not monotonic: more parents is sparser, not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Concede first — he is right about what CPTs do. The distinction is aleatory vs model form. Use HIS term: model form uncertainty, from his own 2016 paper. The Sahlin quote answers the objection so you do not have to argue it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questions. Question 4 matters — he told you the BN side was weak, and asking what to read is the right response to that. Keep the dissertation open, as he asked: this is method development, application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STRUCTURAL UNCERTAINTY 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ranks the parents. It does not say where to cut.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00200"/>
            <a:ext cx="6675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is which parent nodes point into each node.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does decide a lot: which edges exist, and each edge’s ratio — so it ranks the candidate parents.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decide how many to keep. The cap is maxElements = 12, a constant in Zhang’s code — no threshold, no stopping rule, no test produces it.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the 0.95 ratio cap, the cycle-removal order, and the tie-break (Zhang’s was random jitter).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probability we report is conditional on those choices.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26680" y="1737360"/>
            <a:ext cx="3886200" cy="1481328"/>
          </a:xfrm>
          <a:prstGeom prst="roundRect">
            <a:avLst>
              <a:gd name="adj" fmla="val 3704"/>
            </a:avLst>
          </a:prstGeom>
          <a:solidFill>
            <a:srgbClr val="F7F6F3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26680" y="188366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6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26517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4,096 parent configurations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 in the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26680" y="3429000"/>
            <a:ext cx="3886200" cy="1481328"/>
          </a:xfrm>
          <a:prstGeom prst="roundRect">
            <a:avLst>
              <a:gd name="adj" fmla="val 3704"/>
            </a:avLst>
          </a:prstGeom>
          <a:solidFill>
            <a:srgbClr val="F7F6F3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26680" y="357530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6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43434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from 1,742 accidents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50749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is estimated from that.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ALTERNATIVES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alternatives, built the same way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1,742 accidents. Same recipe. Same CPT rule. Only the cap changes.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10312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configurations seen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6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 (ships today)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6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6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6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635240" y="2103120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parents is not “better”.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parent doubles the table the CPT must fill, from the same 1,742 accidents. At the shipped setting almost every cell is estimated from nothing.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GRAPH CHANGES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accident. Same data. Different answer.</a:t>
            </a:r>
            <a:endParaRPr lang="en-US" sz="3200" dirty="0"/>
          </a:p>
        </p:txBody>
      </p:sp>
      <p:pic>
        <p:nvPicPr>
          <p:cNvPr id="4" name="Image 0" descr="structural_uncertain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854964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281160" y="1572768"/>
            <a:ext cx="2423160" cy="1481328"/>
          </a:xfrm>
          <a:prstGeom prst="roundRect">
            <a:avLst>
              <a:gd name="adj" fmla="val 3704"/>
            </a:avLst>
          </a:prstGeom>
          <a:solidFill>
            <a:srgbClr val="F7F6F3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81160" y="17190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418320" y="24871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P(fatal) at cap 4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accident that was fatal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281160" y="3291840"/>
            <a:ext cx="2423160" cy="1481328"/>
          </a:xfrm>
          <a:prstGeom prst="roundRect">
            <a:avLst>
              <a:gd name="adj" fmla="val 3704"/>
            </a:avLst>
          </a:prstGeom>
          <a:solidFill>
            <a:srgbClr val="F7F6F3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81160" y="3438144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6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4206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accident at cap 6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4956048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all 1,742 accidents have P(fatal) at least double between the lowest and highest cap.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0749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with the shipped CPT rules — support-weighted severity mixture, and Zhang’s Beta-CDF on the Boolean nodes, where mean P(Yes) moves 8× across the same cap range. No LLM involved.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“A BAYESIAN NETWORK ALREADY HANDLES UNCERTAINTY”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Agreed — but that is a different uncertainty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5257800" cy="2057400"/>
          </a:xfrm>
          <a:prstGeom prst="roundRect">
            <a:avLst>
              <a:gd name="adj" fmla="val 2667"/>
            </a:avLst>
          </a:prstGeom>
          <a:solidFill>
            <a:srgbClr val="F7F6F3"/>
          </a:solidFill>
          <a:ln w="12700">
            <a:solidFill>
              <a:srgbClr val="DDDBD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2880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CPTs do represent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about the outcome. Given this structure, P(fatal) = 0.39. That is the network doing its job.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257800" cy="2057400"/>
          </a:xfrm>
          <a:prstGeom prst="roundRect">
            <a:avLst>
              <a:gd name="adj" fmla="val 2667"/>
            </a:avLst>
          </a:prstGeom>
          <a:solidFill>
            <a:srgbClr val="FBF3E4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01384" y="182880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not represent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about the model form. Nothing in the network says how much to trust 0.39, or that it was 0.00 under a different cap.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776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700"/>
              </a:spcAft>
              <a:buNone/>
            </a:pPr>
            <a:r>
              <a:rPr lang="en-US" sz="1500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is not possible to treat structural uncertainty within an individual BN. Instead, assessors must treat structural uncertainty by constructing alternative model structures and using separate BNs within the same assessment.”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5553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Sahlin, Helle &amp; Perepolkin (2021), Integrated Environmental Assessment and Management 17(1)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form uncertainty — Nannapaneni &amp; Mahadevan, Reliability Engineering &amp; System Safety 155 (2016)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6576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DO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an interval, not a point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27632"/>
            <a:ext cx="10881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the model every defensible way and report how far the answer moves — an interval on the risk number, not a single value.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multi-agent system you described, with the agents configurable, so it generates the alternative structures rather than one.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research question: is the interval reducible? Does it shrink with more accidents and better coding, or is there a floor?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93192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you</a:t>
            </a:r>
            <a:endParaRPr lang="en-US" sz="1500" dirty="0"/>
          </a:p>
          <a:p>
            <a:pPr indent="0" marL="0">
              <a:lnSpc>
                <a:spcPts val="21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model form uncertainty the right frame, or would you call it something else?</a:t>
            </a:r>
            <a:endParaRPr lang="en-US" sz="1500" dirty="0"/>
          </a:p>
          <a:p>
            <a:pPr indent="0" marL="0">
              <a:lnSpc>
                <a:spcPts val="21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would convince you this matters — a wider interval, or a changed decision?</a:t>
            </a:r>
            <a:endParaRPr lang="en-US" sz="1500" dirty="0"/>
          </a:p>
          <a:p>
            <a:pPr indent="0" marL="0">
              <a:lnSpc>
                <a:spcPts val="21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You said look at ground transportation — this project, or the dissertation?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should I work through to shore up the Bayesian network side?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2026-09-10T16:54:47Z</dcterms:created>
  <dcterms:modified xsi:type="dcterms:W3CDTF">2026-09-10T16:54:47Z</dcterms:modified>
</cp:coreProperties>
</file>