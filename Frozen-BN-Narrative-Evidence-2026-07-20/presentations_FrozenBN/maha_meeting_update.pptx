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update on what you asked me to check since last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last meeting to today. You asked me to verify the fire prior and Table 7 — both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table. Both-present cell is literally 1 fire out of 1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Airframe 32/102 = 31.4%. Every cause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say we dropped LTP. Exact filter is additive.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has Beta-CDF explainer if 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Tease only — full validation next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NTSB Project Update</a:t>
            </a:r>
          </a:p>
          <a:p>
            <a:r>
              <a:rPr sz="2000">
                <a:solidFill>
                  <a:srgbClr val="CFDDEE"/>
                </a:solidFill>
              </a:rPr>
              <a:t>Diagnosis progress — Table 4, Table 7, conditional diagnosis, sparse data, trees</a:t>
            </a:r>
          </a:p>
          <a:p>
            <a:pPr>
              <a:spcBef>
                <a:spcPts val="2000"/>
              </a:spcBef>
            </a:pPr>
            <a:r>
              <a:rPr sz="1600">
                <a:solidFill>
                  <a:srgbClr val="FFFFFF"/>
                </a:solidFill>
              </a:rPr>
              <a:t>Kanu Shetkar  •  Meeting with Maha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Last meeting → Today's update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2648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Last meeting (you asked)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Today's update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Recheck code &amp; math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Fixed data merge + prior denominator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P(fire) = 5.52×10⁻⁷ should match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✓ Matches after 102 fires + 184.5M flights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Test 5 causes from Table 7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✓ Full Table 7 — all 85 causes match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Table 4: illustrative vs our real analogue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Conditional diagnosis (LTP + exact filter)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Sparse data plan → Beta-CDF decision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222"/>
                          </a:solidFill>
                        </a:rPr>
                        <a:t>—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22222"/>
                          </a:solidFill>
                        </a:rPr>
                        <a:t>Diagnosis tree preview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429768" y="5276088"/>
            <a:ext cx="11332159" cy="84124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" y="1161288"/>
            <a:ext cx="11332159" cy="152704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Table 4 — Zhang's example vs our similar real example</a:t>
            </a:r>
          </a:p>
          <a:p>
            <a:r>
              <a:rPr sz="1400">
                <a:solidFill>
                  <a:srgbClr val="CFDDEE"/>
                </a:solidFill>
              </a:rPr>
              <a:t>P(fire | electrical wiring, fuel system) — 2-parent CPT from NTSB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8585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Zhang's Table 4 uses hand-picked teaching values (0.99, 0.93, 0.95) — not from counting.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I rebuilt the same 2×2 layout with real causes: wiring + fuel (1982–2006 data).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Our raw counts and Zhang's recreated estimator do NOT produce 0.99.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88920"/>
          <a:ext cx="66751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22960"/>
                <a:gridCol w="1005840"/>
                <a:gridCol w="1371600"/>
                <a:gridCol w="1188720"/>
                <a:gridCol w="1371600"/>
              </a:tblGrid>
              <a:tr h="46634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Wiring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Fuel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Zhang T4
(paper)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Our
count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Zhang
estimator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1/1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0.99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1.00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0.39</a:t>
                      </a:r>
                    </a:p>
                  </a:txBody>
                  <a:tcPr marL="36576" marT="9144">
                    <a:solidFill>
                      <a:srgbClr val="E6F4E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10/21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0.93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0.48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0.39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Yes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23/45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0.95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0.51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0.35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No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68/1675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≈0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0.04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</a:rPr>
                        <a:t>0.00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34924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Takeaway: Table 4 is illustrative. Real data gives ~0.35–0.51, not 0.99.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29768" y="1161288"/>
            <a:ext cx="11332159" cy="161848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Table 7 — all 85 causes match Zhang</a:t>
            </a:r>
          </a:p>
          <a:p>
            <a:r>
              <a:rPr sz="1400">
                <a:solidFill>
                  <a:srgbClr val="CFDDEE"/>
                </a:solidFill>
              </a:rPr>
              <a:t>P(cause | fire) = count / 102 fire accidents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8585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Question: given a fire, what contributory cause?  Denominator = 102.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After merging occurrences + Cause/Factor labeling: 85 / 85 match (±0.00001 rounding).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Formula is simple counting: (# fires with that cause) ÷ 102.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Top causes below — full 85-row table on next slides.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880360"/>
          <a:ext cx="11247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097280"/>
                <a:gridCol w="2103120"/>
                <a:gridCol w="2103120"/>
              </a:tblGrid>
              <a:tr h="289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n/102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Zhang P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Our P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Airframe/component/system failure/mal…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32/102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0.31372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0.31373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Loss of engine power (total) - mechan…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9/102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0.08823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0.08824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Electrical system, electric wiring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9/102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0.08823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0.08824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Fluid, fuel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6/102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0.05882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0.05882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Auxiliary power unit (APU)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5/102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0.04901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0.04902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Maintenance, installation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4/102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Procedure inadequate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4/102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Loss of engine power (partial) - mech…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4/102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</a:rPr>
                        <a:t>0.03922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Table 7 — full comparison (rows 1–29)</a:t>
            </a:r>
          </a:p>
          <a:p>
            <a:r>
              <a:rPr sz="1400">
                <a:solidFill>
                  <a:srgbClr val="CFDDEE"/>
                </a:solidFill>
              </a:rPr>
              <a:t>Zhang P vs Our P — all rows match YES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1718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Airframe/component/system f…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32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0.3137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0.3137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Loss of engine power (total…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9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0.0882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0.0882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system, electric…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0.0882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0.0882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Fluid, fuel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0.0588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0.0588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Auxiliary power unit (APU)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0.0490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0.0490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installation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Procedure inadequate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Loss of engine power (parti…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0.0392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service bullet…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Engine compartment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Cargo/baggage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0.0294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nozzle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drain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fuel control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service of air…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17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system, circuit 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Engine accessories, engine 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19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Unknown quantity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20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Miscellaneous/other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Ignition system, ignition h…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Landing gear, tire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Fire extinguisher, powerpla…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Fire extinguisher, cargo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25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line fitting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Hazardous materials leak/sp…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27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Brakes (normal)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Reason for occurrence undet…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29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modification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Table 7 — full comparison (rows 30–58)</a:t>
            </a:r>
          </a:p>
          <a:p>
            <a:r>
              <a:rPr sz="1400">
                <a:solidFill>
                  <a:srgbClr val="CFDDEE"/>
                </a:solidFill>
              </a:rPr>
              <a:t>Zhang P vs Our P — all rows match YES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1718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30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Loss of engine power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Procedures/directives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0.0196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Exhaust system, stack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Miscellaneous, bolt/nut/fas…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system, fuse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35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Evacuation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36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Ignition system, exciter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37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Aircraft/equipment, inadequ…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Aircraft/equipment inadequa…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39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Condition(s)/step(s) insuff…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40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Panic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Passenger compartment light…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42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Aircraft/equipment, inadequ…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1718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43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Fluid, hydraulic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1719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44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Overrun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Anti-ice/deice system, wind…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Inadequate substantiation p…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Landing gear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Portable electrical equipme…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49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Hazardous material (HAZMAT)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Engine assembly, other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Smoke detector(s)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Fire extinguisher, portable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Emergency procedure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Fire warning system, lavato…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system, generator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Engine assembly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Starting procedure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Table 7 — full comparison (rows 59–85)</a:t>
            </a:r>
          </a:p>
          <a:p>
            <a:r>
              <a:rPr sz="1400">
                <a:solidFill>
                  <a:srgbClr val="CFDDEE"/>
                </a:solidFill>
              </a:rPr>
              <a:t>Zhang P vs Our P — all rows match YES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59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Compressor assembly, blade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Fuselage, cabin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Overheat warning system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Miscellaneous equipment/fur…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Ignition system, igniter pl…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overhaul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Insufficient standards/requ…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Combustion assembly, combus…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Fire/explosion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Powerplant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69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Insufficient standards/requ…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Window, flight compartment 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Hydraulic system, line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approved airwo…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63640" y="1325880"/>
          <a:ext cx="585216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0"/>
                <a:gridCol w="502920"/>
                <a:gridCol w="868680"/>
                <a:gridCol w="868680"/>
              </a:tblGrid>
              <a:tr h="36249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Cause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Zhang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 marL="36576" marT="9144">
                    <a:solidFill>
                      <a:srgbClr val="1F6FB2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tank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alignment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Miscellaneous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76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Wing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77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compliance wit…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On ground/water collision w…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79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Maintenance, inspection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80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Electrical system, auxiliar…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Lubricating system, oil line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82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fuel flow divi…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83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Loss of engine power (total…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84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Fuel system, primer system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FFFFF"/>
                    </a:solidFill>
                  </a:tcPr>
                </a:tc>
              </a:tr>
              <a:tr h="36249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22222"/>
                          </a:solidFill>
                        </a:rPr>
                        <a:t>85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Weather condition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1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22222"/>
                          </a:solidFill>
                        </a:rPr>
                        <a:t>0.0098</a:t>
                      </a:r>
                    </a:p>
                  </a:txBody>
                  <a:tcPr marL="36576" marT="914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29768" y="1161288"/>
            <a:ext cx="11332159" cy="513892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Conditional diagnosis — two ways to narrow the population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Standard (Table 7): given fire → all 102 fires → e.g. wiring = 9/102 = 8.8%.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My core method — similarity + LTP (what Maha asked for):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embed query → retrieve similar incidents → cluster by type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Law of Total Probability: P(cause|query) = Σ P(cause|cluster) × P(cluster|query)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Exact filter mode (when we know structured facts):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fire + electric wiring → keep only 14 incidents with both in the record</a:t>
            </a:r>
          </a:p>
          <a:p>
            <a:pPr lvl="1">
              <a:spcAft>
                <a:spcPts val="500"/>
              </a:spcAft>
            </a:pPr>
            <a:r>
              <a:rPr sz="1300">
                <a:solidFill>
                  <a:srgbClr val="444444"/>
                </a:solidFill>
              </a:rPr>
              <a:t>–  count causes in that cohort → wiring = 11/14 = 78.6%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1A1A1A"/>
                </a:solidFill>
              </a:rPr>
              <a:t>•  Exact is better when facts are known (auditable cohort). LTP when user only has narrative.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429768" y="5733288"/>
            <a:ext cx="11332159" cy="93268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" y="1161288"/>
            <a:ext cx="5449824" cy="230428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Sparse data — plan, test, decision (Beta-CDF)</a:t>
            </a:r>
          </a:p>
          <a:p>
            <a:r>
              <a:rPr sz="1400">
                <a:solidFill>
                  <a:srgbClr val="CFDDEE"/>
                </a:solidFill>
              </a:rPr>
              <a:t>When a probability rests on only 1–2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Problem: some cells have almost no data → raw count jumps to 0% or 100%.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Plan: test narrative smoothing (borrow from similar incident stories).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Result: looked good on simulated sparse cells, but strict held-out test did not clearly beat Beta-CDF.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Decision: use Zhang's Beta-CDF (you said yes) as default for sparse cells.</a:t>
            </a:r>
          </a:p>
        </p:txBody>
      </p:sp>
      <p:pic>
        <p:nvPicPr>
          <p:cNvPr id="5" name="Picture 4" descr="sparse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6692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</a:rPr>
              <a:t>•  Graph: green = our narrative method, blue = Beta-CDF. Lower error = better.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</a:rPr>
              <a:t>•  Narrative wins at tiny n in simulation; Beta-CDF is our approved fallback.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29768" y="1161288"/>
            <a:ext cx="5175504" cy="303580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Diagnosis tree — progress preview</a:t>
            </a:r>
          </a:p>
          <a:p>
            <a:r>
              <a:rPr sz="1400">
                <a:solidFill>
                  <a:srgbClr val="CFDDEE"/>
                </a:solidFill>
              </a:rPr>
              <a:t>Branching causes, not a single ranked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Steps: query → embed → similar incidents → detect fire (root)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Level 1: P(cause | fire) → top branches (airframe, wiring, fuel…)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Level 2: filter to incidents with that cause → sub-causes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Each edge shows probability + n/denom (support visible)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•  Status: built + JSON export; Streamlit demo; validating vs Zhang examples next</a:t>
            </a:r>
          </a:p>
        </p:txBody>
      </p:sp>
      <p:pic>
        <p:nvPicPr>
          <p:cNvPr id="5" name="Picture 4" descr="tree_diagnosis_f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9436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29768" y="1344168"/>
            <a:ext cx="11332159" cy="4407408"/>
          </a:xfrm>
          <a:prstGeom prst="rect">
            <a:avLst/>
          </a:prstGeom>
          <a:solidFill>
            <a:srgbClr val="EEF3F8"/>
          </a:solidFill>
          <a:ln w="6350">
            <a:solidFill>
              <a:srgbClr val="BB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09728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858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1A1A1A"/>
                </a:solidFill>
              </a:rPr>
              <a:t>•  Data + prior fixed; Table 7: 85/85 match.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A1A1A"/>
                </a:solidFill>
              </a:rPr>
              <a:t>•  Table 4: illustrative — our real analogue shown.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A1A1A"/>
                </a:solidFill>
              </a:rPr>
              <a:t>•  Conditional diagnosis: LTP (narrative) + exact filter (known facts).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A1A1A"/>
                </a:solidFill>
              </a:rPr>
              <a:t>•  Sparse cells: tested narrative → using Beta-CDF.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1A1A1A"/>
                </a:solidFill>
              </a:rPr>
              <a:t>•  Diagnosis tree: preview built; more validation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6017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7A6"/>
                </a:solidFill>
              </a:rPr>
              <a:t>Vanderbilt University  •  NTSB Project  •  Kanu Shetkar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